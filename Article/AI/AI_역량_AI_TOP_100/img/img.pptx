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74"/>
    <p:restoredTop sz="94745"/>
  </p:normalViewPr>
  <p:slideViewPr>
    <p:cSldViewPr snapToGrid="0" showGuides="1">
      <p:cViewPr varScale="1">
        <p:scale>
          <a:sx n="226" d="100"/>
          <a:sy n="226" d="100"/>
        </p:scale>
        <p:origin x="444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701579-5BCD-FC49-3D95-7BAAE2343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5C5222-6FC0-1CF1-203B-C7B0FBDEF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9300C4-EC2C-2094-0915-2093E87C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4F4284-8A24-6759-C897-06218A997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695E33-AA2B-D683-01AA-467B73EEF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017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311B94-3870-B844-8C47-806F4A4EA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B2A942-0A12-B855-DC01-B8C6CE447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127AE-B8F8-F424-A347-E862D5F9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3D9CCE-30B9-247F-F83C-EDEEF7EB7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D1186B-1712-5842-B49D-F88E4825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4111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7B96B8-A3B9-6E02-3263-3F6ED1BD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804962-5AA6-C7D4-A15A-60BDB4E76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42D85-89CA-19BE-25C0-7AC10597B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2F750-F07D-3A6D-C994-15090AB86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30BF73-1DFC-07E4-89BC-CC6C9555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0193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B2F21-2DDD-3F8F-95B4-A1ACAB5D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0E28C4-7194-A895-70A4-60A9A1AEC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E12821-4877-4F01-63D2-E4D5AB484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C7B27B-5AC5-F44E-B54C-EC0BAD9CD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C4EA8A-5311-4467-F093-B3484B37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D27D40-7BE7-950D-81C2-D11948CF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0712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17FE0-FD53-C6DD-6EEB-3C8EA187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1ABD27-3DCA-3CC3-633F-61EA70807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D2648D-3FFC-EF63-7D4B-57829149A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C2DC3A-C90F-A772-958E-0312F3F61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530BD4-376C-3C26-8485-008D11702D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01AD2E-C876-A418-1594-CC17B8933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84C3CF-6334-98D3-A438-24810F38F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EE356E-6961-BD6F-3FE6-1BCA116A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005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5C042-5AE8-0C42-ADB0-AAACB2202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3BAC36-57E2-686B-0234-98F9688DE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1DAD8-5D35-4523-1B1D-2169FE3B0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71FAF-D29A-A486-9684-4F0FBC13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261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A074EA-B004-6170-C793-CB2324DC1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26C0AB-646F-ED04-82B6-D9D467E64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ECC063-6D39-C7AA-6EBC-DF42DADD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920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C3DA2-764F-C4FA-F955-EF5853151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06DF2-CCB0-AEC5-FE40-3A10A3E8C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7345C8-AE61-2C98-05E2-C0EFDDEAB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4399D9-8D01-A27F-8A39-B9F46197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B23503-32F5-324B-133E-27E217FB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C01EE9-15EC-C551-FC9F-C086A7523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413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E896D-2EB2-5FB1-829F-6BB6A623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16F267-B4A3-8565-6202-8D1E84C498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DF9670-AD36-692C-D77B-06609EFDA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858DE8-8A78-7179-88DA-52652F70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A7B850-0859-76E0-B94B-4AC5744E4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985F22-C24B-B8BD-A94B-7E2929D6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174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0682A-E96B-4893-54DE-1D77A331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146D25-EC0C-6129-2776-A0927D58EC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A089F6-F710-3420-CEC1-E77C1A76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F92A24-8DA7-A120-086E-BFC8EA50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95C95-0ABC-34E7-8421-1330AB9FF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2430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0423E2-14CF-4AEE-7918-B26E48BF2F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1D99F4-725D-E1A6-AFE3-2FC1224711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9A2263-D9CD-4505-F23F-A1CB1695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FB636A-C914-84AB-7C72-C7FE49807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EF968-D02A-1612-6B2F-9F13B98C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568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5C43524-6AC4-AF15-4E26-AB61DFE8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D10BE5-DE93-94BA-BF56-21C491F8D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67BF9-79A1-33D7-9B98-E3B246C3F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8DD18-B2E8-7548-A9DB-E0CC3EAEFE03}" type="datetimeFigureOut">
              <a:rPr kumimoji="1" lang="ko-KR" altLang="en-US" smtClean="0"/>
              <a:t>2025. 12. 13.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78948-99CD-B04B-BC5E-CF283FB8D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D1B5F0-1118-7D2D-0594-25191C65C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DC0D0-5ABC-A040-8B92-EE4DD5FDA92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불꽃놀이, 밤, 빛이(가) 표시된 사진&#10;&#10;중간 신뢰도로 자동 생성된 설명">
            <a:extLst>
              <a:ext uri="{FF2B5EF4-FFF2-40B4-BE49-F238E27FC236}">
                <a16:creationId xmlns:a16="http://schemas.microsoft.com/office/drawing/2014/main" id="{9B46E8D1-AA4F-2AD2-BDEE-0D3B0556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00"/>
            <a:ext cx="12192000" cy="68072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934289F-AB16-1E15-18E3-986B41A73236}"/>
              </a:ext>
            </a:extLst>
          </p:cNvPr>
          <p:cNvSpPr/>
          <p:nvPr/>
        </p:nvSpPr>
        <p:spPr>
          <a:xfrm>
            <a:off x="11346365" y="6004931"/>
            <a:ext cx="646772" cy="6133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073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명함이(가) 표시된 사진&#10;&#10;자동 생성된 설명">
            <a:extLst>
              <a:ext uri="{FF2B5EF4-FFF2-40B4-BE49-F238E27FC236}">
                <a16:creationId xmlns:a16="http://schemas.microsoft.com/office/drawing/2014/main" id="{24D53A71-3226-AD8B-9A36-C3623AE38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75" y="-1"/>
            <a:ext cx="9356771" cy="74274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CF9305F-718A-C18D-32AE-2EAD4F13C991}"/>
              </a:ext>
            </a:extLst>
          </p:cNvPr>
          <p:cNvSpPr/>
          <p:nvPr/>
        </p:nvSpPr>
        <p:spPr>
          <a:xfrm>
            <a:off x="478302" y="1392701"/>
            <a:ext cx="2264898" cy="337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798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582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0</Words>
  <Application>Microsoft Macintosh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고언약</dc:creator>
  <cp:lastModifiedBy>고언약</cp:lastModifiedBy>
  <cp:revision>6</cp:revision>
  <dcterms:created xsi:type="dcterms:W3CDTF">2025-12-13T00:45:32Z</dcterms:created>
  <dcterms:modified xsi:type="dcterms:W3CDTF">2025-12-13T07:56:09Z</dcterms:modified>
</cp:coreProperties>
</file>