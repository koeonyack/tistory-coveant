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68B698-3949-744C-81FA-0FD76BCE7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BE72313-BDD9-2763-B960-6FF3B28094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3DD171-7596-1747-E124-C9DD9AF62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7863B-F0EA-AF47-A1C9-7260FAD67F2B}" type="datetimeFigureOut">
              <a:rPr kumimoji="1" lang="ko-KR" altLang="en-US" smtClean="0"/>
              <a:t>2026. 1. 23.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57C5DF-090A-8F83-E644-68C434F89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EF7FD4-7326-29BB-4A47-65AE2159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6514F-9DE5-D54E-9797-6C34308249F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70261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C769E-A983-044F-E714-77E2AE939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D11B23-EA44-3E51-6BE9-D72CAE092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388332-975E-B20D-33A2-320F04B63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7863B-F0EA-AF47-A1C9-7260FAD67F2B}" type="datetimeFigureOut">
              <a:rPr kumimoji="1" lang="ko-KR" altLang="en-US" smtClean="0"/>
              <a:t>2026. 1. 23.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C2861-4800-773D-7FE0-57368393D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21651A-7AFC-030C-5921-E4FFD978C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6514F-9DE5-D54E-9797-6C34308249F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81420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D95BFD-D2CE-8726-B032-FD8820756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C37AB2-CF7D-F7E2-DE24-54D37757A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4B7FDA-8BBA-22D0-74F8-2288ACC8A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7863B-F0EA-AF47-A1C9-7260FAD67F2B}" type="datetimeFigureOut">
              <a:rPr kumimoji="1" lang="ko-KR" altLang="en-US" smtClean="0"/>
              <a:t>2026. 1. 23.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14C2D7-DD5D-D113-2290-6ED5C406F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5E3ED5-F54D-3C3A-3DEB-1917E02A5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6514F-9DE5-D54E-9797-6C34308249F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78420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236195-53BD-9863-08AB-FF9BA8B29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867C6D-ABFC-B2CA-CAFD-5B792DDE92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838007-DD34-BB7C-8729-D7A4BEB06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355A41-1CB3-39FB-AF6C-9E02A55AB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7863B-F0EA-AF47-A1C9-7260FAD67F2B}" type="datetimeFigureOut">
              <a:rPr kumimoji="1" lang="ko-KR" altLang="en-US" smtClean="0"/>
              <a:t>2026. 1. 23.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BFD89F-C2B8-FA85-2C5A-96CCB3BFA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303E09-7C38-BA90-C545-BB510C05F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6514F-9DE5-D54E-9797-6C34308249F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94112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EE5FCE-A12B-6DF8-369A-FE4A5E13E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079DE3-B9FE-9A3F-9432-695880758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1FF5844-AB80-028E-8B6F-C9BE80411B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76E936-4E4F-527B-897C-83A9E52352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915976D-E7B9-5C3C-F7C5-9CE5DCD81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4216C1D-6E9F-49F3-07F4-035600333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7863B-F0EA-AF47-A1C9-7260FAD67F2B}" type="datetimeFigureOut">
              <a:rPr kumimoji="1" lang="ko-KR" altLang="en-US" smtClean="0"/>
              <a:t>2026. 1. 23.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D306C56-7623-48A3-0F75-A7EB3A1CE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CBF564E-E5F7-F18A-1E6C-730B2A574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6514F-9DE5-D54E-9797-6C34308249F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9618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CECED4-5E1C-BA6F-6BF9-15AC2B179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4BB8D33-7578-80FE-F6F1-255ABBF88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7863B-F0EA-AF47-A1C9-7260FAD67F2B}" type="datetimeFigureOut">
              <a:rPr kumimoji="1" lang="ko-KR" altLang="en-US" smtClean="0"/>
              <a:t>2026. 1. 23.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2257CA-9065-9E71-8256-4078BA9C3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7E7AB1-019C-E722-C61C-D18C0BC9B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6514F-9DE5-D54E-9797-6C34308249F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58237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5F938E0-1DA7-139F-142C-DF1A513D3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7863B-F0EA-AF47-A1C9-7260FAD67F2B}" type="datetimeFigureOut">
              <a:rPr kumimoji="1" lang="ko-KR" altLang="en-US" smtClean="0"/>
              <a:t>2026. 1. 23.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134D34-6851-24AE-9A9C-68E9C79C8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EED1EA-6F67-DB1E-AA6E-C69A4F644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6514F-9DE5-D54E-9797-6C34308249F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54488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4A64B0-A0B0-EEF6-55AD-C85AE3486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C495BA-53A6-B498-DCCA-3B06C801B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8660F4-32A8-ACCB-9F9B-E246C794FA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26B0A7-B900-46D3-0FE9-CAFC53E28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7863B-F0EA-AF47-A1C9-7260FAD67F2B}" type="datetimeFigureOut">
              <a:rPr kumimoji="1" lang="ko-KR" altLang="en-US" smtClean="0"/>
              <a:t>2026. 1. 23.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49A510-7C73-E876-42C1-0A8B7357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D30496-6B16-BCAF-CBA3-A397EE1B2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6514F-9DE5-D54E-9797-6C34308249F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60115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ACA64D-26AD-5D6B-7DA8-3AE3647D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0EB1808-91E7-D383-527E-5A0A9D2638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E6C63B-7403-CD9E-395E-8E39D6B5A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CC7E30-27C2-1073-D70C-602CEB2F0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7863B-F0EA-AF47-A1C9-7260FAD67F2B}" type="datetimeFigureOut">
              <a:rPr kumimoji="1" lang="ko-KR" altLang="en-US" smtClean="0"/>
              <a:t>2026. 1. 23.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A4F8BD-1A31-9614-8663-3119C3B5A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5CD6B7-9F92-4A09-68D2-DAC907D78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6514F-9DE5-D54E-9797-6C34308249F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03090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3AED2E-BFA1-436E-E085-F8A97C419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24E8266-E633-847E-FCE8-BFE41AFD0B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A538DB-E03C-53AC-8391-12CB73508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7863B-F0EA-AF47-A1C9-7260FAD67F2B}" type="datetimeFigureOut">
              <a:rPr kumimoji="1" lang="ko-KR" altLang="en-US" smtClean="0"/>
              <a:t>2026. 1. 23.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DE6F96-E07D-DCD8-B285-2EB2A7242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A9E108-1FD4-84C0-66CA-E02AB141A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6514F-9DE5-D54E-9797-6C34308249F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51682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B77BD44-B231-E74A-36B1-BDE43CDA3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26061E-397E-0303-B7C8-5232F2248B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595240-A6AA-20F5-08FC-067A83607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7863B-F0EA-AF47-A1C9-7260FAD67F2B}" type="datetimeFigureOut">
              <a:rPr kumimoji="1" lang="ko-KR" altLang="en-US" smtClean="0"/>
              <a:t>2026. 1. 23.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A2E226-D68D-B2FD-5B21-A6B874953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09E4A8-3CE2-6FDD-C6CA-27784AAE2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6514F-9DE5-D54E-9797-6C34308249F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6722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4184E25-A9CE-EEAA-D2F0-4FC43B96B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D3F17C-964F-6B79-EB06-09C7F1A62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D78E53-BCB1-BBFF-2125-41772C02E2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97863B-F0EA-AF47-A1C9-7260FAD67F2B}" type="datetimeFigureOut">
              <a:rPr kumimoji="1" lang="ko-KR" altLang="en-US" smtClean="0"/>
              <a:t>2026. 1. 23.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C6B1AD-D466-A75C-4F96-D9F90D34A7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4A3D3C-6F40-ADAD-AD1E-F048420307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16514F-9DE5-D54E-9797-6C34308249F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29808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9B370D9-FCA6-5A12-85E3-F7F67BE3B7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7" t="1332"/>
          <a:stretch/>
        </p:blipFill>
        <p:spPr>
          <a:xfrm>
            <a:off x="395416" y="-469558"/>
            <a:ext cx="9465276" cy="768328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92127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3876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5008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063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5213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</TotalTime>
  <Words>0</Words>
  <Application>Microsoft Macintosh PowerPoint</Application>
  <PresentationFormat>와이드스크린</PresentationFormat>
  <Paragraphs>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고언약</dc:creator>
  <cp:lastModifiedBy>고언약</cp:lastModifiedBy>
  <cp:revision>2</cp:revision>
  <dcterms:created xsi:type="dcterms:W3CDTF">2026-01-23T01:12:26Z</dcterms:created>
  <dcterms:modified xsi:type="dcterms:W3CDTF">2026-01-23T10:34:38Z</dcterms:modified>
</cp:coreProperties>
</file>