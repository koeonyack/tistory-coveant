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  <p:sldId id="256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howGuides="1">
      <p:cViewPr varScale="1">
        <p:scale>
          <a:sx n="104" d="100"/>
          <a:sy n="104" d="100"/>
        </p:scale>
        <p:origin x="232" y="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B73CF-EC03-B08D-0226-04D529FEC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131824-6587-6BD9-2F1C-0F3C66D176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55AF8F-9E1F-0C01-6279-25C5977FA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9DF2-6120-1247-BA5F-FD00B2D76415}" type="datetimeFigureOut">
              <a:rPr kumimoji="1" lang="ko-KR" altLang="en-US" smtClean="0"/>
              <a:t>2025. 10. 4.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BF2396-3D9A-3DE1-D98D-1E4C925DF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E0AA15-A0A3-FB2E-18CB-BB57B460F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5182-403E-3247-A112-3A8FA05C8B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25202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4757D-C4C6-06E2-CAF9-2977FD7E4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B5CE8D-5B7F-1BBD-E7CD-0EF8E536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99DB56-B538-1516-D1E3-F8D8798D6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9DF2-6120-1247-BA5F-FD00B2D76415}" type="datetimeFigureOut">
              <a:rPr kumimoji="1" lang="ko-KR" altLang="en-US" smtClean="0"/>
              <a:t>2025. 10. 4.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AFCF2B-C4C1-20F5-3F17-5D22B8859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B511CD-745B-975D-3CA8-BD592D96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5182-403E-3247-A112-3A8FA05C8B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904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BE5465-7523-557F-EF22-398DC76BF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B8E064-D3D3-DBBA-8EBF-68C739BA3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F81779-77F6-34CE-1586-B2C8C9EB3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9DF2-6120-1247-BA5F-FD00B2D76415}" type="datetimeFigureOut">
              <a:rPr kumimoji="1" lang="ko-KR" altLang="en-US" smtClean="0"/>
              <a:t>2025. 10. 4.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4CE110-502B-80C5-63C7-47072AB73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E7253F-C4F2-E505-EE28-31336AF7C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5182-403E-3247-A112-3A8FA05C8B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368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115FC6-4411-B884-D19D-86B90B3D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9E6456-03AB-BB3E-45A8-F48E1A138C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6613DB-A11A-FA6B-B86E-E3E9C3642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7BDEEB-0151-4ED1-7CAD-EF387FACC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9DF2-6120-1247-BA5F-FD00B2D76415}" type="datetimeFigureOut">
              <a:rPr kumimoji="1" lang="ko-KR" altLang="en-US" smtClean="0"/>
              <a:t>2025. 10. 4.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D456005-169F-77F2-D174-970D6596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4272AB-8AC8-6882-98F9-7BAA8B39E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5182-403E-3247-A112-3A8FA05C8B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96054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C7AE91-5A58-1357-8ABA-048FE11B3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12017C-72CC-2D4A-3B35-724A2AE9D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A50DA3-6036-943B-2498-78F95D15F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C63ED3-92F5-E49C-ED3F-35719D8E0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949395D-AD89-6831-4236-2D019E701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9A6526-117E-1E8F-E092-1FBB53E86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9DF2-6120-1247-BA5F-FD00B2D76415}" type="datetimeFigureOut">
              <a:rPr kumimoji="1" lang="ko-KR" altLang="en-US" smtClean="0"/>
              <a:t>2025. 10. 4.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D82D82-BFD8-BCB2-5E1D-A13A143D4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B98B79-323A-3A0A-50A9-1E489504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5182-403E-3247-A112-3A8FA05C8B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6850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EACC4-BB3A-CD82-7AA7-57B6A4B52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033D84D-C935-947D-AF67-AB2847E30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9DF2-6120-1247-BA5F-FD00B2D76415}" type="datetimeFigureOut">
              <a:rPr kumimoji="1" lang="ko-KR" altLang="en-US" smtClean="0"/>
              <a:t>2025. 10. 4.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7B4B61-A811-860B-9282-AD486F06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5F525F-B475-ED6D-BF9B-6430177C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5182-403E-3247-A112-3A8FA05C8B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86229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5A16B0-D5A3-4F05-D330-5772F0BAE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9DF2-6120-1247-BA5F-FD00B2D76415}" type="datetimeFigureOut">
              <a:rPr kumimoji="1" lang="ko-KR" altLang="en-US" smtClean="0"/>
              <a:t>2025. 10. 4.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A204431-7EE9-0CC5-5268-6C91788DB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1C6FB6-287A-DF28-09EB-389D18624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5182-403E-3247-A112-3A8FA05C8B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1312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E34A94-5615-E3CD-B7CA-17B831972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8723F-2581-0040-3E50-F8A0D758D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22965E-8127-85C2-A3C3-3CE301C1D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8B4B47-6286-2619-6D4B-0E01AB181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9DF2-6120-1247-BA5F-FD00B2D76415}" type="datetimeFigureOut">
              <a:rPr kumimoji="1" lang="ko-KR" altLang="en-US" smtClean="0"/>
              <a:t>2025. 10. 4.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AB1472-7AA8-B208-5F53-784AD9179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5DDBD2-C6E0-C578-0059-9140AB14A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5182-403E-3247-A112-3A8FA05C8B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20431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7D883-C949-E436-2511-601C8245B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F69E8F-0B2E-A536-174D-D6950974D3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B3A021-AF27-B71F-2EBD-581A4CF5E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0B0C8B-BBFE-DAC6-19D5-412D9F17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9DF2-6120-1247-BA5F-FD00B2D76415}" type="datetimeFigureOut">
              <a:rPr kumimoji="1" lang="ko-KR" altLang="en-US" smtClean="0"/>
              <a:t>2025. 10. 4.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C63395-C885-B039-9AF7-02A9AFC3D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FEA3367-FC81-7D69-29FE-ED7C73C65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5182-403E-3247-A112-3A8FA05C8B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2668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93500-FA61-56C2-1254-CFC1BD110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EDD8053-DC29-4860-F643-61F583E9D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9F53C1-8724-066F-E062-59C436FBB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9DF2-6120-1247-BA5F-FD00B2D76415}" type="datetimeFigureOut">
              <a:rPr kumimoji="1" lang="ko-KR" altLang="en-US" smtClean="0"/>
              <a:t>2025. 10. 4.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B52F33-CF36-CE12-600A-3A5AB23B3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684513-5B53-324F-ADCC-B46A8C99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5182-403E-3247-A112-3A8FA05C8B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4049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A0AFE10-55FE-F362-8AB1-BBC79372A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086CCF-88CE-9DB7-C3A3-00FB6D5706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F358A-CECF-49F0-DE7A-606669F3E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E9DF2-6120-1247-BA5F-FD00B2D76415}" type="datetimeFigureOut">
              <a:rPr kumimoji="1" lang="ko-KR" altLang="en-US" smtClean="0"/>
              <a:t>2025. 10. 4.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DC73D1-AA1A-8564-C95C-0ED9687C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1B44E6-3933-A46E-A6EE-7F3F0BC7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25182-403E-3247-A112-3A8FA05C8B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2073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393A314-B197-66CC-DBEA-8AEE00471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3AED4C-C20B-6FEB-38A4-2B000431E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923B12-E7A3-6F22-1375-10F5DC7AF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E9DF2-6120-1247-BA5F-FD00B2D76415}" type="datetimeFigureOut">
              <a:rPr kumimoji="1" lang="ko-KR" altLang="en-US" smtClean="0"/>
              <a:t>2025. 10. 4.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9EF12A-D8D4-9681-8263-A64C513816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56A0AA-B86F-8F52-598B-63191E63B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25182-403E-3247-A112-3A8FA05C8BA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0315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1700534-CE82-C476-AE08-D5B07360A9B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050" name="Picture 2" descr="JetBrains AI | Intelligent Coding Assistance, AI Solutions, and More">
            <a:extLst>
              <a:ext uri="{FF2B5EF4-FFF2-40B4-BE49-F238E27FC236}">
                <a16:creationId xmlns:a16="http://schemas.microsoft.com/office/drawing/2014/main" id="{82A6DA33-3B48-3BF9-0626-FB952843A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638" y="882478"/>
            <a:ext cx="6790724" cy="509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550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4D0487E-3955-FE50-7A88-2745807AB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573"/>
            <a:ext cx="12225035" cy="483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529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EB703227-A985-024E-FDD9-01EB6704A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89" y="-2714526"/>
            <a:ext cx="10668000" cy="10758407"/>
          </a:xfrm>
          <a:prstGeom prst="rect">
            <a:avLst/>
          </a:prstGeom>
        </p:spPr>
      </p:pic>
      <p:pic>
        <p:nvPicPr>
          <p:cNvPr id="7" name="그림 6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C994CD20-D823-F9E6-28EA-CEB28846D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923" y="-3064478"/>
            <a:ext cx="9710525" cy="10927721"/>
          </a:xfrm>
          <a:prstGeom prst="rect">
            <a:avLst/>
          </a:prstGeom>
        </p:spPr>
      </p:pic>
      <p:pic>
        <p:nvPicPr>
          <p:cNvPr id="9" name="그림 8" descr="텍스트, 스크린샷, 폰트, 디자인이(가) 표시된 사진&#10;&#10;자동 생성된 설명">
            <a:extLst>
              <a:ext uri="{FF2B5EF4-FFF2-40B4-BE49-F238E27FC236}">
                <a16:creationId xmlns:a16="http://schemas.microsoft.com/office/drawing/2014/main" id="{3DE62D8B-D8FF-BED7-F947-8FBA3EDAE6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82" y="-2714527"/>
            <a:ext cx="10891550" cy="1014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03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7D581D9-8C27-56F3-497A-634F6C473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063" y="-1297460"/>
            <a:ext cx="9866589" cy="747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67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87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39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12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0</Words>
  <Application>Microsoft Macintosh PowerPoint</Application>
  <PresentationFormat>와이드스크린</PresentationFormat>
  <Paragraphs>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고언약</dc:creator>
  <cp:lastModifiedBy>고언약</cp:lastModifiedBy>
  <cp:revision>8</cp:revision>
  <dcterms:created xsi:type="dcterms:W3CDTF">2025-10-04T05:01:29Z</dcterms:created>
  <dcterms:modified xsi:type="dcterms:W3CDTF">2025-10-05T07:21:22Z</dcterms:modified>
</cp:coreProperties>
</file>